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1pPr>
    <a:lvl2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2pPr>
    <a:lvl3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3pPr>
    <a:lvl4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4pPr>
    <a:lvl5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5pPr>
    <a:lvl6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6pPr>
    <a:lvl7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7pPr>
    <a:lvl8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8pPr>
    <a:lvl9pPr marL="0" marR="0" indent="0" algn="l" defTabSz="2438338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01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defRPr sz="1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2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2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Rectangle"/>
          <p:cNvGrpSpPr/>
          <p:nvPr/>
        </p:nvGrpSpPr>
        <p:grpSpPr>
          <a:xfrm>
            <a:off x="7290580" y="1951225"/>
            <a:ext cx="1682078" cy="1346201"/>
            <a:chOff x="0" y="0"/>
            <a:chExt cx="1682077" cy="1346200"/>
          </a:xfrm>
        </p:grpSpPr>
        <p:sp>
          <p:nvSpPr>
            <p:cNvPr id="21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0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grpSp>
        <p:nvGrpSpPr>
          <p:cNvPr id="25" name="Rectangle"/>
          <p:cNvGrpSpPr/>
          <p:nvPr/>
        </p:nvGrpSpPr>
        <p:grpSpPr>
          <a:xfrm>
            <a:off x="5944357" y="3992272"/>
            <a:ext cx="1682078" cy="1346201"/>
            <a:chOff x="0" y="0"/>
            <a:chExt cx="1682077" cy="1346200"/>
          </a:xfrm>
        </p:grpSpPr>
        <p:sp>
          <p:nvSpPr>
            <p:cNvPr id="24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3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grpSp>
        <p:nvGrpSpPr>
          <p:cNvPr id="28" name="Rectangle"/>
          <p:cNvGrpSpPr/>
          <p:nvPr/>
        </p:nvGrpSpPr>
        <p:grpSpPr>
          <a:xfrm>
            <a:off x="8593376" y="3992272"/>
            <a:ext cx="1682078" cy="1346201"/>
            <a:chOff x="0" y="0"/>
            <a:chExt cx="1682077" cy="1346200"/>
          </a:xfrm>
        </p:grpSpPr>
        <p:sp>
          <p:nvSpPr>
            <p:cNvPr id="27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6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grpSp>
        <p:nvGrpSpPr>
          <p:cNvPr id="31" name="Rectangle"/>
          <p:cNvGrpSpPr/>
          <p:nvPr/>
        </p:nvGrpSpPr>
        <p:grpSpPr>
          <a:xfrm>
            <a:off x="4554707" y="6033319"/>
            <a:ext cx="1682079" cy="1346201"/>
            <a:chOff x="0" y="0"/>
            <a:chExt cx="1682077" cy="1346200"/>
          </a:xfrm>
        </p:grpSpPr>
        <p:sp>
          <p:nvSpPr>
            <p:cNvPr id="30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9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grpSp>
        <p:nvGrpSpPr>
          <p:cNvPr id="34" name="Rectangle"/>
          <p:cNvGrpSpPr/>
          <p:nvPr/>
        </p:nvGrpSpPr>
        <p:grpSpPr>
          <a:xfrm>
            <a:off x="8962501" y="6033319"/>
            <a:ext cx="1682078" cy="1346201"/>
            <a:chOff x="0" y="0"/>
            <a:chExt cx="1682077" cy="1346200"/>
          </a:xfrm>
        </p:grpSpPr>
        <p:sp>
          <p:nvSpPr>
            <p:cNvPr id="33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32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pic>
        <p:nvPicPr>
          <p:cNvPr id="56" name="Connection Line" descr="Connection Lin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91255" y="3259325"/>
            <a:ext cx="534505" cy="771048"/>
          </a:xfrm>
          <a:prstGeom prst="rect">
            <a:avLst/>
          </a:prstGeom>
        </p:spPr>
      </p:pic>
      <p:pic>
        <p:nvPicPr>
          <p:cNvPr id="58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23157" y="3259325"/>
            <a:ext cx="519720" cy="771048"/>
          </a:xfrm>
          <a:prstGeom prst="rect">
            <a:avLst/>
          </a:prstGeom>
        </p:spPr>
      </p:pic>
      <p:pic>
        <p:nvPicPr>
          <p:cNvPr id="60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5927" y="5300372"/>
            <a:ext cx="549288" cy="771048"/>
          </a:xfrm>
          <a:prstGeom prst="rect">
            <a:avLst/>
          </a:prstGeom>
        </p:spPr>
      </p:pic>
      <p:pic>
        <p:nvPicPr>
          <p:cNvPr id="62" name="Connection Line" descr="Connection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518045" y="5300372"/>
            <a:ext cx="201865" cy="771048"/>
          </a:xfrm>
          <a:prstGeom prst="rect">
            <a:avLst/>
          </a:prstGeom>
        </p:spPr>
      </p:pic>
      <p:grpSp>
        <p:nvGrpSpPr>
          <p:cNvPr id="41" name="Rectangle"/>
          <p:cNvGrpSpPr/>
          <p:nvPr/>
        </p:nvGrpSpPr>
        <p:grpSpPr>
          <a:xfrm>
            <a:off x="6758605" y="6033319"/>
            <a:ext cx="1682078" cy="1346201"/>
            <a:chOff x="0" y="0"/>
            <a:chExt cx="1682077" cy="1346200"/>
          </a:xfrm>
        </p:grpSpPr>
        <p:sp>
          <p:nvSpPr>
            <p:cNvPr id="40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39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pic>
        <p:nvPicPr>
          <p:cNvPr id="64" name="Connection Line" descr="Connection Li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015819" y="5300372"/>
            <a:ext cx="353401" cy="771048"/>
          </a:xfrm>
          <a:prstGeom prst="rect">
            <a:avLst/>
          </a:prstGeom>
        </p:spPr>
      </p:pic>
      <p:grpSp>
        <p:nvGrpSpPr>
          <p:cNvPr id="45" name="Rectangle"/>
          <p:cNvGrpSpPr/>
          <p:nvPr/>
        </p:nvGrpSpPr>
        <p:grpSpPr>
          <a:xfrm>
            <a:off x="7735702" y="8074366"/>
            <a:ext cx="1682078" cy="1346201"/>
            <a:chOff x="0" y="0"/>
            <a:chExt cx="1682077" cy="1346200"/>
          </a:xfrm>
        </p:grpSpPr>
        <p:sp>
          <p:nvSpPr>
            <p:cNvPr id="44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43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grpSp>
        <p:nvGrpSpPr>
          <p:cNvPr id="48" name="Rectangle"/>
          <p:cNvGrpSpPr/>
          <p:nvPr/>
        </p:nvGrpSpPr>
        <p:grpSpPr>
          <a:xfrm>
            <a:off x="10145875" y="8074366"/>
            <a:ext cx="1682078" cy="1346201"/>
            <a:chOff x="0" y="0"/>
            <a:chExt cx="1682077" cy="1346200"/>
          </a:xfrm>
        </p:grpSpPr>
        <p:sp>
          <p:nvSpPr>
            <p:cNvPr id="47" name="Rectangle"/>
            <p:cNvSpPr/>
            <p:nvPr/>
          </p:nvSpPr>
          <p:spPr>
            <a:xfrm>
              <a:off x="38100" y="38100"/>
              <a:ext cx="16058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46" name="Rectangle Rectangle" descr="Rectangle Rectangl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682079" cy="1346200"/>
            </a:xfrm>
            <a:prstGeom prst="rect">
              <a:avLst/>
            </a:prstGeom>
            <a:effectLst/>
          </p:spPr>
        </p:pic>
      </p:grpSp>
      <p:pic>
        <p:nvPicPr>
          <p:cNvPr id="66" name="Connection Line" descr="Connection Lin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43216" y="7341419"/>
            <a:ext cx="493849" cy="771048"/>
          </a:xfrm>
          <a:prstGeom prst="rect">
            <a:avLst/>
          </a:prstGeom>
        </p:spPr>
      </p:pic>
      <p:pic>
        <p:nvPicPr>
          <p:cNvPr id="68" name="Connection Line" descr="Connection Lin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155695" y="7341419"/>
            <a:ext cx="479064" cy="771048"/>
          </a:xfrm>
          <a:prstGeom prst="rect">
            <a:avLst/>
          </a:prstGeom>
        </p:spPr>
      </p:pic>
      <p:sp>
        <p:nvSpPr>
          <p:cNvPr id="70" name="Connection Line"/>
          <p:cNvSpPr/>
          <p:nvPr/>
        </p:nvSpPr>
        <p:spPr>
          <a:xfrm>
            <a:off x="6868428" y="7379520"/>
            <a:ext cx="867275" cy="1383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076" h="21600" fill="norm" stroke="1" extrusionOk="0">
                <a:moveTo>
                  <a:pt x="5107" y="0"/>
                </a:moveTo>
                <a:cubicBezTo>
                  <a:pt x="-4524" y="13160"/>
                  <a:pt x="-534" y="20360"/>
                  <a:pt x="17076" y="21600"/>
                </a:cubicBezTo>
              </a:path>
            </a:pathLst>
          </a:custGeom>
          <a:ln w="76200">
            <a:solidFill>
              <a:srgbClr val="ED220D"/>
            </a:solidFill>
            <a:prstDash val="sysDot"/>
            <a:miter lim="400000"/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1" name="Connection Line"/>
          <p:cNvSpPr/>
          <p:nvPr/>
        </p:nvSpPr>
        <p:spPr>
          <a:xfrm>
            <a:off x="11133681" y="5079840"/>
            <a:ext cx="3235425" cy="2994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0204" y="2874"/>
                  <a:pt x="3004" y="10074"/>
                  <a:pt x="0" y="21600"/>
                </a:cubicBezTo>
              </a:path>
            </a:pathLst>
          </a:custGeom>
          <a:ln w="76200">
            <a:solidFill>
              <a:srgbClr val="ED220D"/>
            </a:solidFill>
            <a:prstDash val="sysDot"/>
            <a:miter lim="400000"/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55" name="一个普通的JS模块"/>
          <p:cNvGrpSpPr/>
          <p:nvPr/>
        </p:nvGrpSpPr>
        <p:grpSpPr>
          <a:xfrm>
            <a:off x="14369105" y="4209405"/>
            <a:ext cx="3487279" cy="1346201"/>
            <a:chOff x="0" y="0"/>
            <a:chExt cx="3487277" cy="1346200"/>
          </a:xfrm>
        </p:grpSpPr>
        <p:sp>
          <p:nvSpPr>
            <p:cNvPr id="54" name="一个普通的JS模块"/>
            <p:cNvSpPr/>
            <p:nvPr/>
          </p:nvSpPr>
          <p:spPr>
            <a:xfrm>
              <a:off x="38100" y="38100"/>
              <a:ext cx="3411078" cy="1270000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一个普通的JS模块</a:t>
              </a:r>
            </a:p>
          </p:txBody>
        </p:sp>
        <p:pic>
          <p:nvPicPr>
            <p:cNvPr id="53" name="一个普通的JS模块 一个普通的JS模块" descr="一个普通的JS模块 一个普通的JS模块"/>
            <p:cNvPicPr>
              <a:picLocks noChangeAspect="0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3487278" cy="13462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事件总线"/>
          <p:cNvGrpSpPr/>
          <p:nvPr/>
        </p:nvGrpSpPr>
        <p:grpSpPr>
          <a:xfrm>
            <a:off x="4274160" y="2645637"/>
            <a:ext cx="12521494" cy="1995733"/>
            <a:chOff x="0" y="0"/>
            <a:chExt cx="12521492" cy="1995732"/>
          </a:xfrm>
        </p:grpSpPr>
        <p:sp>
          <p:nvSpPr>
            <p:cNvPr id="74" name="事件总线"/>
            <p:cNvSpPr/>
            <p:nvPr/>
          </p:nvSpPr>
          <p:spPr>
            <a:xfrm>
              <a:off x="38100" y="38100"/>
              <a:ext cx="12445293" cy="1919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73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521493" cy="1995733"/>
            </a:xfrm>
            <a:prstGeom prst="rect">
              <a:avLst/>
            </a:prstGeom>
            <a:effectLst/>
          </p:spPr>
        </p:pic>
      </p:grpSp>
      <p:grpSp>
        <p:nvGrpSpPr>
          <p:cNvPr id="78" name="组件"/>
          <p:cNvGrpSpPr/>
          <p:nvPr/>
        </p:nvGrpSpPr>
        <p:grpSpPr>
          <a:xfrm>
            <a:off x="4191913" y="7878534"/>
            <a:ext cx="2390715" cy="1995733"/>
            <a:chOff x="0" y="0"/>
            <a:chExt cx="2390713" cy="1995732"/>
          </a:xfrm>
        </p:grpSpPr>
        <p:sp>
          <p:nvSpPr>
            <p:cNvPr id="77" name="组件"/>
            <p:cNvSpPr/>
            <p:nvPr/>
          </p:nvSpPr>
          <p:spPr>
            <a:xfrm>
              <a:off x="38099" y="38099"/>
              <a:ext cx="2314515" cy="1919534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76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2390715" cy="1995734"/>
            </a:xfrm>
            <a:prstGeom prst="rect">
              <a:avLst/>
            </a:prstGeom>
            <a:effectLst/>
          </p:spPr>
        </p:pic>
      </p:grpSp>
      <p:grpSp>
        <p:nvGrpSpPr>
          <p:cNvPr id="81" name="普通模块"/>
          <p:cNvGrpSpPr/>
          <p:nvPr/>
        </p:nvGrpSpPr>
        <p:grpSpPr>
          <a:xfrm>
            <a:off x="7587780" y="7878534"/>
            <a:ext cx="2390715" cy="1995733"/>
            <a:chOff x="0" y="0"/>
            <a:chExt cx="2390713" cy="1995732"/>
          </a:xfrm>
        </p:grpSpPr>
        <p:sp>
          <p:nvSpPr>
            <p:cNvPr id="80" name="普通模块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79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grpSp>
        <p:nvGrpSpPr>
          <p:cNvPr id="84" name="普通模块"/>
          <p:cNvGrpSpPr/>
          <p:nvPr/>
        </p:nvGrpSpPr>
        <p:grpSpPr>
          <a:xfrm>
            <a:off x="14379511" y="7878534"/>
            <a:ext cx="2390715" cy="1995733"/>
            <a:chOff x="0" y="0"/>
            <a:chExt cx="2390713" cy="1995732"/>
          </a:xfrm>
        </p:grpSpPr>
        <p:sp>
          <p:nvSpPr>
            <p:cNvPr id="83" name="普通模块"/>
            <p:cNvSpPr/>
            <p:nvPr/>
          </p:nvSpPr>
          <p:spPr>
            <a:xfrm>
              <a:off x="38099" y="38100"/>
              <a:ext cx="2314515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82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390715" cy="1995733"/>
            </a:xfrm>
            <a:prstGeom prst="rect">
              <a:avLst/>
            </a:prstGeom>
            <a:effectLst/>
          </p:spPr>
        </p:pic>
      </p:grpSp>
      <p:pic>
        <p:nvPicPr>
          <p:cNvPr id="115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8533" y="4603421"/>
            <a:ext cx="3095034" cy="3313214"/>
          </a:xfrm>
          <a:prstGeom prst="rect">
            <a:avLst/>
          </a:prstGeom>
        </p:spPr>
      </p:pic>
      <p:pic>
        <p:nvPicPr>
          <p:cNvPr id="117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9083" y="4603421"/>
            <a:ext cx="1159827" cy="3313214"/>
          </a:xfrm>
          <a:prstGeom prst="rect">
            <a:avLst/>
          </a:prstGeom>
        </p:spPr>
      </p:pic>
      <p:pic>
        <p:nvPicPr>
          <p:cNvPr id="119" name="Connection Line" descr="Connection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08971" y="4603421"/>
            <a:ext cx="3031855" cy="3313214"/>
          </a:xfrm>
          <a:prstGeom prst="rect">
            <a:avLst/>
          </a:prstGeom>
        </p:spPr>
      </p:pic>
      <p:grpSp>
        <p:nvGrpSpPr>
          <p:cNvPr id="90" name="监听 event1"/>
          <p:cNvGrpSpPr/>
          <p:nvPr/>
        </p:nvGrpSpPr>
        <p:grpSpPr>
          <a:xfrm>
            <a:off x="5683374" y="5836300"/>
            <a:ext cx="2298162" cy="847305"/>
            <a:chOff x="0" y="0"/>
            <a:chExt cx="2298161" cy="847303"/>
          </a:xfrm>
        </p:grpSpPr>
        <p:sp>
          <p:nvSpPr>
            <p:cNvPr id="89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88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93" name="监听event2"/>
          <p:cNvGrpSpPr/>
          <p:nvPr/>
        </p:nvGrpSpPr>
        <p:grpSpPr>
          <a:xfrm>
            <a:off x="13036908" y="5836300"/>
            <a:ext cx="2176733" cy="847305"/>
            <a:chOff x="0" y="0"/>
            <a:chExt cx="2176732" cy="847303"/>
          </a:xfrm>
        </p:grpSpPr>
        <p:sp>
          <p:nvSpPr>
            <p:cNvPr id="92" name="监听event2"/>
            <p:cNvSpPr/>
            <p:nvPr/>
          </p:nvSpPr>
          <p:spPr>
            <a:xfrm>
              <a:off x="38099" y="38100"/>
              <a:ext cx="2100534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监听event2</a:t>
              </a:r>
            </a:p>
          </p:txBody>
        </p:sp>
        <p:pic>
          <p:nvPicPr>
            <p:cNvPr id="91" name="监听event2 监听event2" descr="监听event2 监听event2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2176734" cy="847305"/>
            </a:xfrm>
            <a:prstGeom prst="rect">
              <a:avLst/>
            </a:prstGeom>
            <a:effectLst/>
          </p:spPr>
        </p:pic>
      </p:grpSp>
      <p:grpSp>
        <p:nvGrpSpPr>
          <p:cNvPr id="101" name="Group"/>
          <p:cNvGrpSpPr/>
          <p:nvPr/>
        </p:nvGrpSpPr>
        <p:grpSpPr>
          <a:xfrm>
            <a:off x="16719469" y="2645637"/>
            <a:ext cx="6524432" cy="1995733"/>
            <a:chOff x="-38100" y="-38100"/>
            <a:chExt cx="6524431" cy="1995732"/>
          </a:xfrm>
        </p:grpSpPr>
        <p:grpSp>
          <p:nvGrpSpPr>
            <p:cNvPr id="96" name="组件"/>
            <p:cNvGrpSpPr/>
            <p:nvPr/>
          </p:nvGrpSpPr>
          <p:grpSpPr>
            <a:xfrm>
              <a:off x="4819181" y="-38100"/>
              <a:ext cx="1667151" cy="1995733"/>
              <a:chOff x="0" y="0"/>
              <a:chExt cx="1667149" cy="1995732"/>
            </a:xfrm>
          </p:grpSpPr>
          <p:sp>
            <p:nvSpPr>
              <p:cNvPr id="95" name="组件"/>
              <p:cNvSpPr/>
              <p:nvPr/>
            </p:nvSpPr>
            <p:spPr>
              <a:xfrm>
                <a:off x="38100" y="38100"/>
                <a:ext cx="1590950" cy="1919533"/>
              </a:xfrm>
              <a:prstGeom prst="rect">
                <a:avLst/>
              </a:prstGeom>
              <a:solidFill>
                <a:schemeClr val="accent4">
                  <a:hueOff val="-1247790"/>
                  <a:lumOff val="-12326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组件</a:t>
                </a:r>
              </a:p>
            </p:txBody>
          </p:sp>
          <p:pic>
            <p:nvPicPr>
              <p:cNvPr id="94" name="组件 组件" descr="组件 组件"/>
              <p:cNvPicPr>
                <a:picLocks noChangeAspect="0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667150" cy="1995733"/>
              </a:xfrm>
              <a:prstGeom prst="rect">
                <a:avLst/>
              </a:prstGeom>
              <a:effectLst/>
            </p:spPr>
          </p:pic>
        </p:grpSp>
        <p:pic>
          <p:nvPicPr>
            <p:cNvPr id="121" name="Connection Line" descr="Connection Line"/>
            <p:cNvPicPr>
              <a:picLocks noChangeAspect="0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-38100" y="776270"/>
              <a:ext cx="4895382" cy="352249"/>
            </a:xfrm>
            <a:prstGeom prst="rect">
              <a:avLst/>
            </a:prstGeom>
            <a:effectLst/>
          </p:spPr>
        </p:pic>
        <p:grpSp>
          <p:nvGrpSpPr>
            <p:cNvPr id="100" name="触发事件: event1"/>
            <p:cNvGrpSpPr/>
            <p:nvPr/>
          </p:nvGrpSpPr>
          <p:grpSpPr>
            <a:xfrm>
              <a:off x="797435" y="536114"/>
              <a:ext cx="3262396" cy="847304"/>
              <a:chOff x="0" y="0"/>
              <a:chExt cx="3262395" cy="847303"/>
            </a:xfrm>
          </p:grpSpPr>
          <p:sp>
            <p:nvSpPr>
              <p:cNvPr id="99" name="触发事件: event1"/>
              <p:cNvSpPr/>
              <p:nvPr/>
            </p:nvSpPr>
            <p:spPr>
              <a:xfrm>
                <a:off x="38099" y="38100"/>
                <a:ext cx="3186197" cy="7711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 sz="2700"/>
                </a:pPr>
                <a:r>
                  <a:t>触发事件: </a:t>
                </a:r>
                <a:r>
                  <a:rPr>
                    <a:solidFill>
                      <a:schemeClr val="accent4">
                        <a:hueOff val="-1247790"/>
                        <a:lumOff val="-12326"/>
                      </a:schemeClr>
                    </a:solidFill>
                  </a:rPr>
                  <a:t>event1</a:t>
                </a:r>
              </a:p>
            </p:txBody>
          </p:sp>
          <p:pic>
            <p:nvPicPr>
              <p:cNvPr id="98" name="触发事件: event1 触发事件: event1" descr="触发事件: event1 触发事件: event1"/>
              <p:cNvPicPr>
                <a:picLocks noChangeAspect="0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-1" y="-1"/>
                <a:ext cx="3262397" cy="847305"/>
              </a:xfrm>
              <a:prstGeom prst="rect">
                <a:avLst/>
              </a:prstGeom>
              <a:effectLst/>
            </p:spPr>
          </p:pic>
        </p:grpSp>
      </p:grpSp>
      <p:grpSp>
        <p:nvGrpSpPr>
          <p:cNvPr id="104" name="监听 event1"/>
          <p:cNvGrpSpPr/>
          <p:nvPr/>
        </p:nvGrpSpPr>
        <p:grpSpPr>
          <a:xfrm>
            <a:off x="8397533" y="5836300"/>
            <a:ext cx="2298162" cy="847305"/>
            <a:chOff x="0" y="0"/>
            <a:chExt cx="2298161" cy="847303"/>
          </a:xfrm>
        </p:grpSpPr>
        <p:sp>
          <p:nvSpPr>
            <p:cNvPr id="103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102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107" name="组件"/>
          <p:cNvGrpSpPr/>
          <p:nvPr/>
        </p:nvGrpSpPr>
        <p:grpSpPr>
          <a:xfrm>
            <a:off x="10983645" y="7878534"/>
            <a:ext cx="2390715" cy="1995733"/>
            <a:chOff x="0" y="0"/>
            <a:chExt cx="2390713" cy="1995732"/>
          </a:xfrm>
        </p:grpSpPr>
        <p:sp>
          <p:nvSpPr>
            <p:cNvPr id="106" name="组件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105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pic>
        <p:nvPicPr>
          <p:cNvPr id="123" name="Connection Line" descr="Connection Line"/>
          <p:cNvPicPr>
            <a:picLocks noChangeAspect="0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810368" y="4603421"/>
            <a:ext cx="1093221" cy="3313214"/>
          </a:xfrm>
          <a:prstGeom prst="rect">
            <a:avLst/>
          </a:prstGeom>
        </p:spPr>
      </p:pic>
      <p:grpSp>
        <p:nvGrpSpPr>
          <p:cNvPr id="111" name="监听 event2"/>
          <p:cNvGrpSpPr/>
          <p:nvPr/>
        </p:nvGrpSpPr>
        <p:grpSpPr>
          <a:xfrm>
            <a:off x="10717220" y="5836300"/>
            <a:ext cx="2298162" cy="847305"/>
            <a:chOff x="0" y="0"/>
            <a:chExt cx="2298161" cy="847303"/>
          </a:xfrm>
        </p:grpSpPr>
        <p:sp>
          <p:nvSpPr>
            <p:cNvPr id="110" name="监听 event2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 event2</a:t>
              </a:r>
            </a:p>
          </p:txBody>
        </p:sp>
        <p:pic>
          <p:nvPicPr>
            <p:cNvPr id="109" name="监听 event2 监听 event2" descr="监听 event2 监听 event2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114" name="data"/>
          <p:cNvGrpSpPr/>
          <p:nvPr/>
        </p:nvGrpSpPr>
        <p:grpSpPr>
          <a:xfrm>
            <a:off x="19894843" y="2037665"/>
            <a:ext cx="1346201" cy="1346201"/>
            <a:chOff x="0" y="0"/>
            <a:chExt cx="1346200" cy="1346200"/>
          </a:xfrm>
        </p:grpSpPr>
        <p:sp>
          <p:nvSpPr>
            <p:cNvPr id="113" name="data"/>
            <p:cNvSpPr/>
            <p:nvPr/>
          </p:nvSpPr>
          <p:spPr>
            <a:xfrm>
              <a:off x="38100" y="38100"/>
              <a:ext cx="1270000" cy="1270000"/>
            </a:xfrm>
            <a:prstGeom prst="ellipse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</a:t>
              </a:r>
            </a:p>
          </p:txBody>
        </p:sp>
        <p:pic>
          <p:nvPicPr>
            <p:cNvPr id="112" name="data data" descr="data data"/>
            <p:cNvPicPr>
              <a:picLocks noChangeAspect="0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2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path" nodeType="after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43502 0.068004" origin="layout" pathEditMode="relative">
                                      <p:cBhvr>
                                        <p:cTn id="1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4" grpId="2"/>
      <p:bldP build="whole" bldLvl="1" animBg="1" rev="0" advAuto="0" spid="10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事件总线"/>
          <p:cNvGrpSpPr/>
          <p:nvPr/>
        </p:nvGrpSpPr>
        <p:grpSpPr>
          <a:xfrm>
            <a:off x="4274160" y="2645637"/>
            <a:ext cx="12521494" cy="1995733"/>
            <a:chOff x="0" y="0"/>
            <a:chExt cx="12521492" cy="1995732"/>
          </a:xfrm>
        </p:grpSpPr>
        <p:sp>
          <p:nvSpPr>
            <p:cNvPr id="127" name="事件总线"/>
            <p:cNvSpPr/>
            <p:nvPr/>
          </p:nvSpPr>
          <p:spPr>
            <a:xfrm>
              <a:off x="38100" y="38100"/>
              <a:ext cx="12445293" cy="1919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126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521493" cy="1995733"/>
            </a:xfrm>
            <a:prstGeom prst="rect">
              <a:avLst/>
            </a:prstGeom>
            <a:effectLst/>
          </p:spPr>
        </p:pic>
      </p:grpSp>
      <p:grpSp>
        <p:nvGrpSpPr>
          <p:cNvPr id="131" name="组件"/>
          <p:cNvGrpSpPr/>
          <p:nvPr/>
        </p:nvGrpSpPr>
        <p:grpSpPr>
          <a:xfrm>
            <a:off x="4191913" y="7878534"/>
            <a:ext cx="2390715" cy="1995733"/>
            <a:chOff x="0" y="0"/>
            <a:chExt cx="2390713" cy="1995732"/>
          </a:xfrm>
        </p:grpSpPr>
        <p:sp>
          <p:nvSpPr>
            <p:cNvPr id="130" name="组件"/>
            <p:cNvSpPr/>
            <p:nvPr/>
          </p:nvSpPr>
          <p:spPr>
            <a:xfrm>
              <a:off x="38099" y="38099"/>
              <a:ext cx="2314515" cy="1919534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129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2390715" cy="1995734"/>
            </a:xfrm>
            <a:prstGeom prst="rect">
              <a:avLst/>
            </a:prstGeom>
            <a:effectLst/>
          </p:spPr>
        </p:pic>
      </p:grpSp>
      <p:grpSp>
        <p:nvGrpSpPr>
          <p:cNvPr id="134" name="普通模块"/>
          <p:cNvGrpSpPr/>
          <p:nvPr/>
        </p:nvGrpSpPr>
        <p:grpSpPr>
          <a:xfrm>
            <a:off x="7587780" y="7878534"/>
            <a:ext cx="2390715" cy="1995733"/>
            <a:chOff x="0" y="0"/>
            <a:chExt cx="2390713" cy="1995732"/>
          </a:xfrm>
        </p:grpSpPr>
        <p:sp>
          <p:nvSpPr>
            <p:cNvPr id="133" name="普通模块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132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grpSp>
        <p:nvGrpSpPr>
          <p:cNvPr id="137" name="普通模块"/>
          <p:cNvGrpSpPr/>
          <p:nvPr/>
        </p:nvGrpSpPr>
        <p:grpSpPr>
          <a:xfrm>
            <a:off x="14379511" y="7878534"/>
            <a:ext cx="2390715" cy="1995733"/>
            <a:chOff x="0" y="0"/>
            <a:chExt cx="2390713" cy="1995732"/>
          </a:xfrm>
        </p:grpSpPr>
        <p:sp>
          <p:nvSpPr>
            <p:cNvPr id="136" name="普通模块"/>
            <p:cNvSpPr/>
            <p:nvPr/>
          </p:nvSpPr>
          <p:spPr>
            <a:xfrm>
              <a:off x="38099" y="38100"/>
              <a:ext cx="2314515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135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390715" cy="1995733"/>
            </a:xfrm>
            <a:prstGeom prst="rect">
              <a:avLst/>
            </a:prstGeom>
            <a:effectLst/>
          </p:spPr>
        </p:pic>
      </p:grpSp>
      <p:pic>
        <p:nvPicPr>
          <p:cNvPr id="174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8533" y="4603421"/>
            <a:ext cx="3095034" cy="3313214"/>
          </a:xfrm>
          <a:prstGeom prst="rect">
            <a:avLst/>
          </a:prstGeom>
        </p:spPr>
      </p:pic>
      <p:pic>
        <p:nvPicPr>
          <p:cNvPr id="176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9083" y="4603421"/>
            <a:ext cx="1159827" cy="3313214"/>
          </a:xfrm>
          <a:prstGeom prst="rect">
            <a:avLst/>
          </a:prstGeom>
        </p:spPr>
      </p:pic>
      <p:pic>
        <p:nvPicPr>
          <p:cNvPr id="178" name="Connection Line" descr="Connection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08971" y="4603421"/>
            <a:ext cx="3031855" cy="3313214"/>
          </a:xfrm>
          <a:prstGeom prst="rect">
            <a:avLst/>
          </a:prstGeom>
        </p:spPr>
      </p:pic>
      <p:grpSp>
        <p:nvGrpSpPr>
          <p:cNvPr id="143" name="监听 event1"/>
          <p:cNvGrpSpPr/>
          <p:nvPr/>
        </p:nvGrpSpPr>
        <p:grpSpPr>
          <a:xfrm>
            <a:off x="5683374" y="5836300"/>
            <a:ext cx="2298162" cy="847305"/>
            <a:chOff x="0" y="0"/>
            <a:chExt cx="2298161" cy="847303"/>
          </a:xfrm>
        </p:grpSpPr>
        <p:sp>
          <p:nvSpPr>
            <p:cNvPr id="142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141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146" name="监听event2"/>
          <p:cNvGrpSpPr/>
          <p:nvPr/>
        </p:nvGrpSpPr>
        <p:grpSpPr>
          <a:xfrm>
            <a:off x="13036908" y="5836300"/>
            <a:ext cx="2176733" cy="847305"/>
            <a:chOff x="0" y="0"/>
            <a:chExt cx="2176732" cy="847303"/>
          </a:xfrm>
        </p:grpSpPr>
        <p:sp>
          <p:nvSpPr>
            <p:cNvPr id="145" name="监听event2"/>
            <p:cNvSpPr/>
            <p:nvPr/>
          </p:nvSpPr>
          <p:spPr>
            <a:xfrm>
              <a:off x="38099" y="38100"/>
              <a:ext cx="2100534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监听event2</a:t>
              </a:r>
            </a:p>
          </p:txBody>
        </p:sp>
        <p:pic>
          <p:nvPicPr>
            <p:cNvPr id="144" name="监听event2 监听event2" descr="监听event2 监听event2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2176734" cy="847305"/>
            </a:xfrm>
            <a:prstGeom prst="rect">
              <a:avLst/>
            </a:prstGeom>
            <a:effectLst/>
          </p:spPr>
        </p:pic>
      </p:grpSp>
      <p:grpSp>
        <p:nvGrpSpPr>
          <p:cNvPr id="154" name="Group"/>
          <p:cNvGrpSpPr/>
          <p:nvPr/>
        </p:nvGrpSpPr>
        <p:grpSpPr>
          <a:xfrm>
            <a:off x="16719469" y="2645637"/>
            <a:ext cx="6524432" cy="1995733"/>
            <a:chOff x="-38100" y="-38100"/>
            <a:chExt cx="6524431" cy="1995732"/>
          </a:xfrm>
        </p:grpSpPr>
        <p:grpSp>
          <p:nvGrpSpPr>
            <p:cNvPr id="149" name="组件"/>
            <p:cNvGrpSpPr/>
            <p:nvPr/>
          </p:nvGrpSpPr>
          <p:grpSpPr>
            <a:xfrm>
              <a:off x="4819181" y="-38100"/>
              <a:ext cx="1667151" cy="1995733"/>
              <a:chOff x="0" y="0"/>
              <a:chExt cx="1667149" cy="1995732"/>
            </a:xfrm>
          </p:grpSpPr>
          <p:sp>
            <p:nvSpPr>
              <p:cNvPr id="148" name="组件"/>
              <p:cNvSpPr/>
              <p:nvPr/>
            </p:nvSpPr>
            <p:spPr>
              <a:xfrm>
                <a:off x="38100" y="38100"/>
                <a:ext cx="1590950" cy="1919533"/>
              </a:xfrm>
              <a:prstGeom prst="rect">
                <a:avLst/>
              </a:prstGeom>
              <a:solidFill>
                <a:schemeClr val="accent4">
                  <a:hueOff val="-1247790"/>
                  <a:lumOff val="-12326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defRPr sz="27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组件</a:t>
                </a:r>
              </a:p>
            </p:txBody>
          </p:sp>
          <p:pic>
            <p:nvPicPr>
              <p:cNvPr id="147" name="组件 组件" descr="组件 组件"/>
              <p:cNvPicPr>
                <a:picLocks noChangeAspect="0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667150" cy="1995733"/>
              </a:xfrm>
              <a:prstGeom prst="rect">
                <a:avLst/>
              </a:prstGeom>
              <a:effectLst/>
            </p:spPr>
          </p:pic>
        </p:grpSp>
        <p:pic>
          <p:nvPicPr>
            <p:cNvPr id="180" name="Connection Line" descr="Connection Line"/>
            <p:cNvPicPr>
              <a:picLocks noChangeAspect="0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-38100" y="776270"/>
              <a:ext cx="4895382" cy="352249"/>
            </a:xfrm>
            <a:prstGeom prst="rect">
              <a:avLst/>
            </a:prstGeom>
            <a:effectLst/>
          </p:spPr>
        </p:pic>
        <p:grpSp>
          <p:nvGrpSpPr>
            <p:cNvPr id="153" name="触发事件: event1"/>
            <p:cNvGrpSpPr/>
            <p:nvPr/>
          </p:nvGrpSpPr>
          <p:grpSpPr>
            <a:xfrm>
              <a:off x="797435" y="536114"/>
              <a:ext cx="3262396" cy="847304"/>
              <a:chOff x="0" y="0"/>
              <a:chExt cx="3262395" cy="847303"/>
            </a:xfrm>
          </p:grpSpPr>
          <p:sp>
            <p:nvSpPr>
              <p:cNvPr id="152" name="触发事件: event1"/>
              <p:cNvSpPr/>
              <p:nvPr/>
            </p:nvSpPr>
            <p:spPr>
              <a:xfrm>
                <a:off x="38099" y="38100"/>
                <a:ext cx="3186197" cy="7711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defRPr sz="2700"/>
                </a:pPr>
                <a:r>
                  <a:t>触发事件: </a:t>
                </a:r>
                <a:r>
                  <a:rPr>
                    <a:solidFill>
                      <a:schemeClr val="accent4">
                        <a:hueOff val="-1247790"/>
                        <a:lumOff val="-12326"/>
                      </a:schemeClr>
                    </a:solidFill>
                  </a:rPr>
                  <a:t>event1</a:t>
                </a:r>
              </a:p>
            </p:txBody>
          </p:sp>
          <p:pic>
            <p:nvPicPr>
              <p:cNvPr id="151" name="触发事件: event1 触发事件: event1" descr="触发事件: event1 触发事件: event1"/>
              <p:cNvPicPr>
                <a:picLocks noChangeAspect="0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-1" y="-1"/>
                <a:ext cx="3262397" cy="847305"/>
              </a:xfrm>
              <a:prstGeom prst="rect">
                <a:avLst/>
              </a:prstGeom>
              <a:effectLst/>
            </p:spPr>
          </p:pic>
        </p:grpSp>
      </p:grpSp>
      <p:grpSp>
        <p:nvGrpSpPr>
          <p:cNvPr id="157" name="监听 event1"/>
          <p:cNvGrpSpPr/>
          <p:nvPr/>
        </p:nvGrpSpPr>
        <p:grpSpPr>
          <a:xfrm>
            <a:off x="8397533" y="5836300"/>
            <a:ext cx="2298162" cy="847305"/>
            <a:chOff x="0" y="0"/>
            <a:chExt cx="2298161" cy="847303"/>
          </a:xfrm>
        </p:grpSpPr>
        <p:sp>
          <p:nvSpPr>
            <p:cNvPr id="156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155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160" name="组件"/>
          <p:cNvGrpSpPr/>
          <p:nvPr/>
        </p:nvGrpSpPr>
        <p:grpSpPr>
          <a:xfrm>
            <a:off x="10983645" y="7878534"/>
            <a:ext cx="2390715" cy="1995733"/>
            <a:chOff x="0" y="0"/>
            <a:chExt cx="2390713" cy="1995732"/>
          </a:xfrm>
        </p:grpSpPr>
        <p:sp>
          <p:nvSpPr>
            <p:cNvPr id="159" name="组件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158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pic>
        <p:nvPicPr>
          <p:cNvPr id="182" name="Connection Line" descr="Connection Line"/>
          <p:cNvPicPr>
            <a:picLocks noChangeAspect="0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810368" y="4603421"/>
            <a:ext cx="1093221" cy="3313214"/>
          </a:xfrm>
          <a:prstGeom prst="rect">
            <a:avLst/>
          </a:prstGeom>
        </p:spPr>
      </p:pic>
      <p:grpSp>
        <p:nvGrpSpPr>
          <p:cNvPr id="164" name="监听 event2"/>
          <p:cNvGrpSpPr/>
          <p:nvPr/>
        </p:nvGrpSpPr>
        <p:grpSpPr>
          <a:xfrm>
            <a:off x="10717220" y="5836300"/>
            <a:ext cx="2298162" cy="847305"/>
            <a:chOff x="0" y="0"/>
            <a:chExt cx="2298161" cy="847303"/>
          </a:xfrm>
        </p:grpSpPr>
        <p:sp>
          <p:nvSpPr>
            <p:cNvPr id="163" name="监听 event2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 event2</a:t>
              </a:r>
            </a:p>
          </p:txBody>
        </p:sp>
        <p:pic>
          <p:nvPicPr>
            <p:cNvPr id="162" name="监听 event2 监听 event2" descr="监听 event2 监听 event2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167" name="data"/>
          <p:cNvGrpSpPr/>
          <p:nvPr/>
        </p:nvGrpSpPr>
        <p:grpSpPr>
          <a:xfrm>
            <a:off x="11518900" y="2971800"/>
            <a:ext cx="1346200" cy="1346200"/>
            <a:chOff x="0" y="0"/>
            <a:chExt cx="1346200" cy="1346200"/>
          </a:xfrm>
        </p:grpSpPr>
        <p:sp>
          <p:nvSpPr>
            <p:cNvPr id="166" name="data"/>
            <p:cNvSpPr/>
            <p:nvPr/>
          </p:nvSpPr>
          <p:spPr>
            <a:xfrm>
              <a:off x="38100" y="38100"/>
              <a:ext cx="1270000" cy="1270000"/>
            </a:xfrm>
            <a:prstGeom prst="ellipse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</a:t>
              </a:r>
            </a:p>
          </p:txBody>
        </p:sp>
        <p:pic>
          <p:nvPicPr>
            <p:cNvPr id="165" name="data data" descr="data data"/>
            <p:cNvPicPr>
              <a:picLocks noChangeAspect="0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grpSp>
        <p:nvGrpSpPr>
          <p:cNvPr id="170" name="data"/>
          <p:cNvGrpSpPr/>
          <p:nvPr/>
        </p:nvGrpSpPr>
        <p:grpSpPr>
          <a:xfrm>
            <a:off x="11518900" y="2970403"/>
            <a:ext cx="1346200" cy="1346201"/>
            <a:chOff x="0" y="0"/>
            <a:chExt cx="1346200" cy="1346200"/>
          </a:xfrm>
        </p:grpSpPr>
        <p:sp>
          <p:nvSpPr>
            <p:cNvPr id="169" name="data"/>
            <p:cNvSpPr/>
            <p:nvPr/>
          </p:nvSpPr>
          <p:spPr>
            <a:xfrm>
              <a:off x="38100" y="38100"/>
              <a:ext cx="1270000" cy="1270000"/>
            </a:xfrm>
            <a:prstGeom prst="ellipse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</a:t>
              </a:r>
            </a:p>
          </p:txBody>
        </p:sp>
        <p:pic>
          <p:nvPicPr>
            <p:cNvPr id="168" name="data data" descr="data data"/>
            <p:cNvPicPr>
              <a:picLocks noChangeAspect="0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grpSp>
        <p:nvGrpSpPr>
          <p:cNvPr id="173" name="data"/>
          <p:cNvGrpSpPr/>
          <p:nvPr/>
        </p:nvGrpSpPr>
        <p:grpSpPr>
          <a:xfrm>
            <a:off x="11518900" y="2970403"/>
            <a:ext cx="1346200" cy="1346201"/>
            <a:chOff x="0" y="0"/>
            <a:chExt cx="1346200" cy="1346200"/>
          </a:xfrm>
        </p:grpSpPr>
        <p:sp>
          <p:nvSpPr>
            <p:cNvPr id="172" name="data"/>
            <p:cNvSpPr/>
            <p:nvPr/>
          </p:nvSpPr>
          <p:spPr>
            <a:xfrm>
              <a:off x="38100" y="38100"/>
              <a:ext cx="1270000" cy="1270000"/>
            </a:xfrm>
            <a:prstGeom prst="ellipse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</a:t>
              </a:r>
            </a:p>
          </p:txBody>
        </p:sp>
        <p:pic>
          <p:nvPicPr>
            <p:cNvPr id="171" name="data data" descr="data data"/>
            <p:cNvPicPr>
              <a:picLocks noChangeAspect="0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after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57713 0.003102 -0.113917 0.033509 -0.162817 0.088089 C -0.212256 0.143268 -0.252413 0.221118 -0.279065 0.313446" origin="layout" pathEditMode="relative">
                                      <p:cBhvr>
                                        <p:cTn id="6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29300 0.009133 -0.056525 0.032944 -0.078476 0.068634 C -0.116712 0.130803 -0.135669 0.222015 -0.129355 0.313446" origin="layout" pathEditMode="relative">
                                      <p:cBhvr>
                                        <p:cTn id="9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事件总线"/>
          <p:cNvGrpSpPr/>
          <p:nvPr/>
        </p:nvGrpSpPr>
        <p:grpSpPr>
          <a:xfrm>
            <a:off x="4274160" y="2645637"/>
            <a:ext cx="12521494" cy="1995733"/>
            <a:chOff x="0" y="0"/>
            <a:chExt cx="12521492" cy="1995732"/>
          </a:xfrm>
        </p:grpSpPr>
        <p:sp>
          <p:nvSpPr>
            <p:cNvPr id="186" name="事件总线"/>
            <p:cNvSpPr/>
            <p:nvPr/>
          </p:nvSpPr>
          <p:spPr>
            <a:xfrm>
              <a:off x="38100" y="38100"/>
              <a:ext cx="12445293" cy="1919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185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521493" cy="1995733"/>
            </a:xfrm>
            <a:prstGeom prst="rect">
              <a:avLst/>
            </a:prstGeom>
            <a:effectLst/>
          </p:spPr>
        </p:pic>
      </p:grpSp>
      <p:grpSp>
        <p:nvGrpSpPr>
          <p:cNvPr id="190" name="组件"/>
          <p:cNvGrpSpPr/>
          <p:nvPr/>
        </p:nvGrpSpPr>
        <p:grpSpPr>
          <a:xfrm>
            <a:off x="4191913" y="7878534"/>
            <a:ext cx="2390715" cy="1995733"/>
            <a:chOff x="0" y="0"/>
            <a:chExt cx="2390713" cy="1995732"/>
          </a:xfrm>
        </p:grpSpPr>
        <p:sp>
          <p:nvSpPr>
            <p:cNvPr id="189" name="组件"/>
            <p:cNvSpPr/>
            <p:nvPr/>
          </p:nvSpPr>
          <p:spPr>
            <a:xfrm>
              <a:off x="38099" y="38099"/>
              <a:ext cx="2314515" cy="1919534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188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2390715" cy="1995734"/>
            </a:xfrm>
            <a:prstGeom prst="rect">
              <a:avLst/>
            </a:prstGeom>
            <a:effectLst/>
          </p:spPr>
        </p:pic>
      </p:grpSp>
      <p:grpSp>
        <p:nvGrpSpPr>
          <p:cNvPr id="193" name="普通模块"/>
          <p:cNvGrpSpPr/>
          <p:nvPr/>
        </p:nvGrpSpPr>
        <p:grpSpPr>
          <a:xfrm>
            <a:off x="7587780" y="7878534"/>
            <a:ext cx="2390715" cy="1995733"/>
            <a:chOff x="0" y="0"/>
            <a:chExt cx="2390713" cy="1995732"/>
          </a:xfrm>
        </p:grpSpPr>
        <p:sp>
          <p:nvSpPr>
            <p:cNvPr id="192" name="普通模块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191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grpSp>
        <p:nvGrpSpPr>
          <p:cNvPr id="196" name="普通模块"/>
          <p:cNvGrpSpPr/>
          <p:nvPr/>
        </p:nvGrpSpPr>
        <p:grpSpPr>
          <a:xfrm>
            <a:off x="14379511" y="7878534"/>
            <a:ext cx="2390715" cy="1995733"/>
            <a:chOff x="0" y="0"/>
            <a:chExt cx="2390713" cy="1995732"/>
          </a:xfrm>
        </p:grpSpPr>
        <p:sp>
          <p:nvSpPr>
            <p:cNvPr id="195" name="普通模块"/>
            <p:cNvSpPr/>
            <p:nvPr/>
          </p:nvSpPr>
          <p:spPr>
            <a:xfrm>
              <a:off x="38099" y="38100"/>
              <a:ext cx="2314515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194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390715" cy="1995733"/>
            </a:xfrm>
            <a:prstGeom prst="rect">
              <a:avLst/>
            </a:prstGeom>
            <a:effectLst/>
          </p:spPr>
        </p:pic>
      </p:grpSp>
      <p:pic>
        <p:nvPicPr>
          <p:cNvPr id="216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8533" y="4603421"/>
            <a:ext cx="3095034" cy="3313214"/>
          </a:xfrm>
          <a:prstGeom prst="rect">
            <a:avLst/>
          </a:prstGeom>
        </p:spPr>
      </p:pic>
      <p:pic>
        <p:nvPicPr>
          <p:cNvPr id="218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9083" y="4603421"/>
            <a:ext cx="1159827" cy="3313214"/>
          </a:xfrm>
          <a:prstGeom prst="rect">
            <a:avLst/>
          </a:prstGeom>
        </p:spPr>
      </p:pic>
      <p:pic>
        <p:nvPicPr>
          <p:cNvPr id="220" name="Connection Line" descr="Connection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08971" y="4603421"/>
            <a:ext cx="3031855" cy="3313214"/>
          </a:xfrm>
          <a:prstGeom prst="rect">
            <a:avLst/>
          </a:prstGeom>
        </p:spPr>
      </p:pic>
      <p:grpSp>
        <p:nvGrpSpPr>
          <p:cNvPr id="202" name="监听 event1"/>
          <p:cNvGrpSpPr/>
          <p:nvPr/>
        </p:nvGrpSpPr>
        <p:grpSpPr>
          <a:xfrm>
            <a:off x="5683374" y="5836300"/>
            <a:ext cx="2298162" cy="847305"/>
            <a:chOff x="0" y="0"/>
            <a:chExt cx="2298161" cy="847303"/>
          </a:xfrm>
        </p:grpSpPr>
        <p:sp>
          <p:nvSpPr>
            <p:cNvPr id="201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200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05" name="监听event2"/>
          <p:cNvGrpSpPr/>
          <p:nvPr/>
        </p:nvGrpSpPr>
        <p:grpSpPr>
          <a:xfrm>
            <a:off x="13036908" y="5836300"/>
            <a:ext cx="2176733" cy="847305"/>
            <a:chOff x="0" y="0"/>
            <a:chExt cx="2176732" cy="847303"/>
          </a:xfrm>
        </p:grpSpPr>
        <p:sp>
          <p:nvSpPr>
            <p:cNvPr id="204" name="监听event2"/>
            <p:cNvSpPr/>
            <p:nvPr/>
          </p:nvSpPr>
          <p:spPr>
            <a:xfrm>
              <a:off x="38099" y="38100"/>
              <a:ext cx="2100534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监听event2</a:t>
              </a:r>
            </a:p>
          </p:txBody>
        </p:sp>
        <p:pic>
          <p:nvPicPr>
            <p:cNvPr id="203" name="监听event2 监听event2" descr="监听event2 监听event2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2176734" cy="847305"/>
            </a:xfrm>
            <a:prstGeom prst="rect">
              <a:avLst/>
            </a:prstGeom>
            <a:effectLst/>
          </p:spPr>
        </p:pic>
      </p:grpSp>
      <p:grpSp>
        <p:nvGrpSpPr>
          <p:cNvPr id="208" name="监听 event1"/>
          <p:cNvGrpSpPr/>
          <p:nvPr/>
        </p:nvGrpSpPr>
        <p:grpSpPr>
          <a:xfrm>
            <a:off x="8397533" y="5836300"/>
            <a:ext cx="2298162" cy="847305"/>
            <a:chOff x="0" y="0"/>
            <a:chExt cx="2298161" cy="847303"/>
          </a:xfrm>
        </p:grpSpPr>
        <p:sp>
          <p:nvSpPr>
            <p:cNvPr id="207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206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11" name="组件"/>
          <p:cNvGrpSpPr/>
          <p:nvPr/>
        </p:nvGrpSpPr>
        <p:grpSpPr>
          <a:xfrm>
            <a:off x="10983645" y="7878534"/>
            <a:ext cx="2390715" cy="1995733"/>
            <a:chOff x="0" y="0"/>
            <a:chExt cx="2390713" cy="1995732"/>
          </a:xfrm>
        </p:grpSpPr>
        <p:sp>
          <p:nvSpPr>
            <p:cNvPr id="210" name="组件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209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pic>
        <p:nvPicPr>
          <p:cNvPr id="222" name="Connection Line" descr="Connection Lin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810368" y="4603421"/>
            <a:ext cx="1093221" cy="3313214"/>
          </a:xfrm>
          <a:prstGeom prst="rect">
            <a:avLst/>
          </a:prstGeom>
        </p:spPr>
      </p:pic>
      <p:grpSp>
        <p:nvGrpSpPr>
          <p:cNvPr id="215" name="监听 event2"/>
          <p:cNvGrpSpPr/>
          <p:nvPr/>
        </p:nvGrpSpPr>
        <p:grpSpPr>
          <a:xfrm>
            <a:off x="10717220" y="5836300"/>
            <a:ext cx="2298162" cy="847305"/>
            <a:chOff x="0" y="0"/>
            <a:chExt cx="2298161" cy="847303"/>
          </a:xfrm>
        </p:grpSpPr>
        <p:sp>
          <p:nvSpPr>
            <p:cNvPr id="214" name="监听 event2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 event2</a:t>
              </a:r>
            </a:p>
          </p:txBody>
        </p:sp>
        <p:pic>
          <p:nvPicPr>
            <p:cNvPr id="213" name="监听 event2 监听 event2" descr="监听 event2 监听 event2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事件总线"/>
          <p:cNvGrpSpPr/>
          <p:nvPr/>
        </p:nvGrpSpPr>
        <p:grpSpPr>
          <a:xfrm>
            <a:off x="4274160" y="2645637"/>
            <a:ext cx="12521494" cy="1995733"/>
            <a:chOff x="0" y="0"/>
            <a:chExt cx="12521492" cy="1995732"/>
          </a:xfrm>
        </p:grpSpPr>
        <p:sp>
          <p:nvSpPr>
            <p:cNvPr id="226" name="事件总线"/>
            <p:cNvSpPr/>
            <p:nvPr/>
          </p:nvSpPr>
          <p:spPr>
            <a:xfrm>
              <a:off x="38100" y="38100"/>
              <a:ext cx="12445293" cy="1919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225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521493" cy="1995733"/>
            </a:xfrm>
            <a:prstGeom prst="rect">
              <a:avLst/>
            </a:prstGeom>
            <a:effectLst/>
          </p:spPr>
        </p:pic>
      </p:grpSp>
      <p:grpSp>
        <p:nvGrpSpPr>
          <p:cNvPr id="230" name="普通模块"/>
          <p:cNvGrpSpPr/>
          <p:nvPr/>
        </p:nvGrpSpPr>
        <p:grpSpPr>
          <a:xfrm>
            <a:off x="7587780" y="7878534"/>
            <a:ext cx="2390715" cy="1995733"/>
            <a:chOff x="0" y="0"/>
            <a:chExt cx="2390713" cy="1995732"/>
          </a:xfrm>
        </p:grpSpPr>
        <p:sp>
          <p:nvSpPr>
            <p:cNvPr id="229" name="普通模块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228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grpSp>
        <p:nvGrpSpPr>
          <p:cNvPr id="233" name="普通模块"/>
          <p:cNvGrpSpPr/>
          <p:nvPr/>
        </p:nvGrpSpPr>
        <p:grpSpPr>
          <a:xfrm>
            <a:off x="14379511" y="7878534"/>
            <a:ext cx="2390715" cy="1995733"/>
            <a:chOff x="0" y="0"/>
            <a:chExt cx="2390713" cy="1995732"/>
          </a:xfrm>
        </p:grpSpPr>
        <p:sp>
          <p:nvSpPr>
            <p:cNvPr id="232" name="普通模块"/>
            <p:cNvSpPr/>
            <p:nvPr/>
          </p:nvSpPr>
          <p:spPr>
            <a:xfrm>
              <a:off x="38099" y="38100"/>
              <a:ext cx="2314515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231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390715" cy="1995733"/>
            </a:xfrm>
            <a:prstGeom prst="rect">
              <a:avLst/>
            </a:prstGeom>
            <a:effectLst/>
          </p:spPr>
        </p:pic>
      </p:grpSp>
      <p:pic>
        <p:nvPicPr>
          <p:cNvPr id="256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8533" y="4603421"/>
            <a:ext cx="3095034" cy="3313214"/>
          </a:xfrm>
          <a:prstGeom prst="rect">
            <a:avLst/>
          </a:prstGeom>
        </p:spPr>
      </p:pic>
      <p:pic>
        <p:nvPicPr>
          <p:cNvPr id="258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9083" y="4603421"/>
            <a:ext cx="1159827" cy="3313214"/>
          </a:xfrm>
          <a:prstGeom prst="rect">
            <a:avLst/>
          </a:prstGeom>
        </p:spPr>
      </p:pic>
      <p:pic>
        <p:nvPicPr>
          <p:cNvPr id="260" name="Connection Line" descr="Connection 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08971" y="4603421"/>
            <a:ext cx="3031855" cy="3313214"/>
          </a:xfrm>
          <a:prstGeom prst="rect">
            <a:avLst/>
          </a:prstGeom>
        </p:spPr>
      </p:pic>
      <p:grpSp>
        <p:nvGrpSpPr>
          <p:cNvPr id="239" name="监听 event1"/>
          <p:cNvGrpSpPr/>
          <p:nvPr/>
        </p:nvGrpSpPr>
        <p:grpSpPr>
          <a:xfrm>
            <a:off x="5683374" y="5836300"/>
            <a:ext cx="2298162" cy="847305"/>
            <a:chOff x="0" y="0"/>
            <a:chExt cx="2298161" cy="847303"/>
          </a:xfrm>
        </p:grpSpPr>
        <p:sp>
          <p:nvSpPr>
            <p:cNvPr id="238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237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42" name="监听event2"/>
          <p:cNvGrpSpPr/>
          <p:nvPr/>
        </p:nvGrpSpPr>
        <p:grpSpPr>
          <a:xfrm>
            <a:off x="13036908" y="5836300"/>
            <a:ext cx="2176733" cy="847305"/>
            <a:chOff x="0" y="0"/>
            <a:chExt cx="2176732" cy="847303"/>
          </a:xfrm>
        </p:grpSpPr>
        <p:sp>
          <p:nvSpPr>
            <p:cNvPr id="241" name="监听event2"/>
            <p:cNvSpPr/>
            <p:nvPr/>
          </p:nvSpPr>
          <p:spPr>
            <a:xfrm>
              <a:off x="38099" y="38100"/>
              <a:ext cx="2100534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监听event2</a:t>
              </a:r>
            </a:p>
          </p:txBody>
        </p:sp>
        <p:pic>
          <p:nvPicPr>
            <p:cNvPr id="240" name="监听event2 监听event2" descr="监听event2 监听event2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2176734" cy="847305"/>
            </a:xfrm>
            <a:prstGeom prst="rect">
              <a:avLst/>
            </a:prstGeom>
            <a:effectLst/>
          </p:spPr>
        </p:pic>
      </p:grpSp>
      <p:grpSp>
        <p:nvGrpSpPr>
          <p:cNvPr id="245" name="监听 event1"/>
          <p:cNvGrpSpPr/>
          <p:nvPr/>
        </p:nvGrpSpPr>
        <p:grpSpPr>
          <a:xfrm>
            <a:off x="8397533" y="5836300"/>
            <a:ext cx="2298162" cy="847305"/>
            <a:chOff x="0" y="0"/>
            <a:chExt cx="2298161" cy="847303"/>
          </a:xfrm>
        </p:grpSpPr>
        <p:sp>
          <p:nvSpPr>
            <p:cNvPr id="244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243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48" name="组件"/>
          <p:cNvGrpSpPr/>
          <p:nvPr/>
        </p:nvGrpSpPr>
        <p:grpSpPr>
          <a:xfrm>
            <a:off x="10983645" y="7878534"/>
            <a:ext cx="2390715" cy="1995733"/>
            <a:chOff x="0" y="0"/>
            <a:chExt cx="2390713" cy="1995732"/>
          </a:xfrm>
        </p:grpSpPr>
        <p:sp>
          <p:nvSpPr>
            <p:cNvPr id="247" name="组件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246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pic>
        <p:nvPicPr>
          <p:cNvPr id="262" name="Connection Line" descr="Connection Lin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810368" y="4603421"/>
            <a:ext cx="1093221" cy="3313214"/>
          </a:xfrm>
          <a:prstGeom prst="rect">
            <a:avLst/>
          </a:prstGeom>
        </p:spPr>
      </p:pic>
      <p:grpSp>
        <p:nvGrpSpPr>
          <p:cNvPr id="252" name="监听 event2"/>
          <p:cNvGrpSpPr/>
          <p:nvPr/>
        </p:nvGrpSpPr>
        <p:grpSpPr>
          <a:xfrm>
            <a:off x="10717220" y="5836300"/>
            <a:ext cx="2298162" cy="847305"/>
            <a:chOff x="0" y="0"/>
            <a:chExt cx="2298161" cy="847303"/>
          </a:xfrm>
        </p:grpSpPr>
        <p:sp>
          <p:nvSpPr>
            <p:cNvPr id="251" name="监听 event2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 event2</a:t>
              </a:r>
            </a:p>
          </p:txBody>
        </p:sp>
        <p:pic>
          <p:nvPicPr>
            <p:cNvPr id="250" name="监听 event2 监听 event2" descr="监听 event2 监听 event2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55" name="组件…"/>
          <p:cNvGrpSpPr/>
          <p:nvPr/>
        </p:nvGrpSpPr>
        <p:grpSpPr>
          <a:xfrm>
            <a:off x="4191913" y="7878534"/>
            <a:ext cx="2390715" cy="1995733"/>
            <a:chOff x="0" y="0"/>
            <a:chExt cx="2390713" cy="1995732"/>
          </a:xfrm>
        </p:grpSpPr>
        <p:sp>
          <p:nvSpPr>
            <p:cNvPr id="254" name="组件…"/>
            <p:cNvSpPr/>
            <p:nvPr/>
          </p:nvSpPr>
          <p:spPr>
            <a:xfrm>
              <a:off x="38099" y="38099"/>
              <a:ext cx="2314515" cy="1919534"/>
            </a:xfrm>
            <a:prstGeom prst="rect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  <a:r>
                <a:t>组件</a:t>
              </a:r>
            </a:p>
            <a:p>
              <a: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pPr>
              <a:r>
                <a:t>卸载</a:t>
              </a:r>
            </a:p>
          </p:txBody>
        </p:sp>
        <p:pic>
          <p:nvPicPr>
            <p:cNvPr id="253" name="组件… 组件卸载" descr="组件… 组件卸载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2390715" cy="1995734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事件总线"/>
          <p:cNvGrpSpPr/>
          <p:nvPr/>
        </p:nvGrpSpPr>
        <p:grpSpPr>
          <a:xfrm>
            <a:off x="4274160" y="2645637"/>
            <a:ext cx="12521494" cy="1995733"/>
            <a:chOff x="0" y="0"/>
            <a:chExt cx="12521492" cy="1995732"/>
          </a:xfrm>
        </p:grpSpPr>
        <p:sp>
          <p:nvSpPr>
            <p:cNvPr id="266" name="事件总线"/>
            <p:cNvSpPr/>
            <p:nvPr/>
          </p:nvSpPr>
          <p:spPr>
            <a:xfrm>
              <a:off x="38100" y="38100"/>
              <a:ext cx="12445293" cy="19195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265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521493" cy="1995733"/>
            </a:xfrm>
            <a:prstGeom prst="rect">
              <a:avLst/>
            </a:prstGeom>
            <a:effectLst/>
          </p:spPr>
        </p:pic>
      </p:grpSp>
      <p:grpSp>
        <p:nvGrpSpPr>
          <p:cNvPr id="270" name="普通模块"/>
          <p:cNvGrpSpPr/>
          <p:nvPr/>
        </p:nvGrpSpPr>
        <p:grpSpPr>
          <a:xfrm>
            <a:off x="7587780" y="7878534"/>
            <a:ext cx="2390715" cy="1995733"/>
            <a:chOff x="0" y="0"/>
            <a:chExt cx="2390713" cy="1995732"/>
          </a:xfrm>
        </p:grpSpPr>
        <p:sp>
          <p:nvSpPr>
            <p:cNvPr id="269" name="普通模块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4">
                <a:hueOff val="-1247790"/>
                <a:lumOff val="-12326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268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grpSp>
        <p:nvGrpSpPr>
          <p:cNvPr id="273" name="普通模块"/>
          <p:cNvGrpSpPr/>
          <p:nvPr/>
        </p:nvGrpSpPr>
        <p:grpSpPr>
          <a:xfrm>
            <a:off x="14379511" y="7878534"/>
            <a:ext cx="2390715" cy="1995733"/>
            <a:chOff x="0" y="0"/>
            <a:chExt cx="2390713" cy="1995732"/>
          </a:xfrm>
        </p:grpSpPr>
        <p:sp>
          <p:nvSpPr>
            <p:cNvPr id="272" name="普通模块"/>
            <p:cNvSpPr/>
            <p:nvPr/>
          </p:nvSpPr>
          <p:spPr>
            <a:xfrm>
              <a:off x="38099" y="38100"/>
              <a:ext cx="2314515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普通模块</a:t>
              </a:r>
            </a:p>
          </p:txBody>
        </p:sp>
        <p:pic>
          <p:nvPicPr>
            <p:cNvPr id="271" name="普通模块 普通模块" descr="普通模块 普通模块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390715" cy="1995733"/>
            </a:xfrm>
            <a:prstGeom prst="rect">
              <a:avLst/>
            </a:prstGeom>
            <a:effectLst/>
          </p:spPr>
        </p:pic>
      </p:grpSp>
      <p:pic>
        <p:nvPicPr>
          <p:cNvPr id="289" name="Connection Line" descr="Connection 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79083" y="4603421"/>
            <a:ext cx="1159827" cy="3313214"/>
          </a:xfrm>
          <a:prstGeom prst="rect">
            <a:avLst/>
          </a:prstGeom>
        </p:spPr>
      </p:pic>
      <p:pic>
        <p:nvPicPr>
          <p:cNvPr id="291" name="Connection Line" descr="Connection 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008971" y="4603421"/>
            <a:ext cx="3031855" cy="3313214"/>
          </a:xfrm>
          <a:prstGeom prst="rect">
            <a:avLst/>
          </a:prstGeom>
        </p:spPr>
      </p:pic>
      <p:grpSp>
        <p:nvGrpSpPr>
          <p:cNvPr id="278" name="监听event2"/>
          <p:cNvGrpSpPr/>
          <p:nvPr/>
        </p:nvGrpSpPr>
        <p:grpSpPr>
          <a:xfrm>
            <a:off x="13036908" y="5836300"/>
            <a:ext cx="2176733" cy="847305"/>
            <a:chOff x="0" y="0"/>
            <a:chExt cx="2176732" cy="847303"/>
          </a:xfrm>
        </p:grpSpPr>
        <p:sp>
          <p:nvSpPr>
            <p:cNvPr id="277" name="监听event2"/>
            <p:cNvSpPr/>
            <p:nvPr/>
          </p:nvSpPr>
          <p:spPr>
            <a:xfrm>
              <a:off x="38099" y="38100"/>
              <a:ext cx="2100534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监听event2</a:t>
              </a:r>
            </a:p>
          </p:txBody>
        </p:sp>
        <p:pic>
          <p:nvPicPr>
            <p:cNvPr id="276" name="监听event2 监听event2" descr="监听event2 监听event2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2176734" cy="847305"/>
            </a:xfrm>
            <a:prstGeom prst="rect">
              <a:avLst/>
            </a:prstGeom>
            <a:effectLst/>
          </p:spPr>
        </p:pic>
      </p:grpSp>
      <p:grpSp>
        <p:nvGrpSpPr>
          <p:cNvPr id="281" name="监听 event1"/>
          <p:cNvGrpSpPr/>
          <p:nvPr/>
        </p:nvGrpSpPr>
        <p:grpSpPr>
          <a:xfrm>
            <a:off x="8397533" y="5836300"/>
            <a:ext cx="2298162" cy="847305"/>
            <a:chOff x="0" y="0"/>
            <a:chExt cx="2298161" cy="847303"/>
          </a:xfrm>
        </p:grpSpPr>
        <p:sp>
          <p:nvSpPr>
            <p:cNvPr id="280" name="监听 event1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监听 event1</a:t>
              </a:r>
            </a:p>
          </p:txBody>
        </p:sp>
        <p:pic>
          <p:nvPicPr>
            <p:cNvPr id="279" name="监听 event1 监听 event1" descr="监听 event1 监听 event1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  <p:grpSp>
        <p:nvGrpSpPr>
          <p:cNvPr id="284" name="组件"/>
          <p:cNvGrpSpPr/>
          <p:nvPr/>
        </p:nvGrpSpPr>
        <p:grpSpPr>
          <a:xfrm>
            <a:off x="10983645" y="7878534"/>
            <a:ext cx="2390715" cy="1995733"/>
            <a:chOff x="0" y="0"/>
            <a:chExt cx="2390713" cy="1995732"/>
          </a:xfrm>
        </p:grpSpPr>
        <p:sp>
          <p:nvSpPr>
            <p:cNvPr id="283" name="组件"/>
            <p:cNvSpPr/>
            <p:nvPr/>
          </p:nvSpPr>
          <p:spPr>
            <a:xfrm>
              <a:off x="38100" y="38100"/>
              <a:ext cx="2314514" cy="1919533"/>
            </a:xfrm>
            <a:prstGeom prst="rect">
              <a:avLst/>
            </a:prstGeom>
            <a:solidFill>
              <a:schemeClr val="accent3">
                <a:hueOff val="362282"/>
                <a:satOff val="31803"/>
                <a:lumOff val="-18242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组件</a:t>
              </a:r>
            </a:p>
          </p:txBody>
        </p:sp>
        <p:pic>
          <p:nvPicPr>
            <p:cNvPr id="282" name="组件 组件" descr="组件 组件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390714" cy="1995733"/>
            </a:xfrm>
            <a:prstGeom prst="rect">
              <a:avLst/>
            </a:prstGeom>
            <a:effectLst/>
          </p:spPr>
        </p:pic>
      </p:grpSp>
      <p:pic>
        <p:nvPicPr>
          <p:cNvPr id="293" name="Connection Line" descr="Connection Lin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810368" y="4603421"/>
            <a:ext cx="1093221" cy="3313214"/>
          </a:xfrm>
          <a:prstGeom prst="rect">
            <a:avLst/>
          </a:prstGeom>
        </p:spPr>
      </p:pic>
      <p:grpSp>
        <p:nvGrpSpPr>
          <p:cNvPr id="288" name="监听 event2"/>
          <p:cNvGrpSpPr/>
          <p:nvPr/>
        </p:nvGrpSpPr>
        <p:grpSpPr>
          <a:xfrm>
            <a:off x="10717220" y="5836300"/>
            <a:ext cx="2298162" cy="847305"/>
            <a:chOff x="0" y="0"/>
            <a:chExt cx="2298161" cy="847303"/>
          </a:xfrm>
        </p:grpSpPr>
        <p:sp>
          <p:nvSpPr>
            <p:cNvPr id="287" name="监听 event2"/>
            <p:cNvSpPr/>
            <p:nvPr/>
          </p:nvSpPr>
          <p:spPr>
            <a:xfrm>
              <a:off x="38100" y="38100"/>
              <a:ext cx="2221962" cy="771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27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pPr/>
              <a:r>
                <a:t>监听 event2</a:t>
              </a:r>
            </a:p>
          </p:txBody>
        </p:sp>
        <p:pic>
          <p:nvPicPr>
            <p:cNvPr id="286" name="监听 event2 监听 event2" descr="监听 event2 监听 event2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-1"/>
              <a:ext cx="2298162" cy="84730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事件总线"/>
          <p:cNvGrpSpPr/>
          <p:nvPr/>
        </p:nvGrpSpPr>
        <p:grpSpPr>
          <a:xfrm>
            <a:off x="4295874" y="3677780"/>
            <a:ext cx="2391066" cy="4147722"/>
            <a:chOff x="0" y="0"/>
            <a:chExt cx="2391065" cy="4147720"/>
          </a:xfrm>
        </p:grpSpPr>
        <p:sp>
          <p:nvSpPr>
            <p:cNvPr id="297" name="事件总线"/>
            <p:cNvSpPr/>
            <p:nvPr/>
          </p:nvSpPr>
          <p:spPr>
            <a:xfrm>
              <a:off x="38100" y="38100"/>
              <a:ext cx="2314866" cy="4071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defRPr sz="3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事件总线</a:t>
              </a:r>
            </a:p>
          </p:txBody>
        </p:sp>
        <p:pic>
          <p:nvPicPr>
            <p:cNvPr id="296" name="事件总线 事件总线" descr="事件总线 事件总线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391066" cy="4147721"/>
            </a:xfrm>
            <a:prstGeom prst="rect">
              <a:avLst/>
            </a:prstGeom>
            <a:effectLst/>
          </p:spPr>
        </p:pic>
      </p:grpSp>
      <p:sp>
        <p:nvSpPr>
          <p:cNvPr id="299" name="提供监听某个事件的接口…"/>
          <p:cNvSpPr txBox="1"/>
          <p:nvPr/>
        </p:nvSpPr>
        <p:spPr>
          <a:xfrm>
            <a:off x="7183410" y="4024441"/>
            <a:ext cx="6789209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29708" indent="-629708">
              <a:lnSpc>
                <a:spcPct val="150000"/>
              </a:lnSpc>
              <a:buSzPct val="100000"/>
              <a:buAutoNum type="arabicPeriod" startAt="1"/>
              <a:defRPr sz="3400"/>
            </a:pPr>
            <a:r>
              <a:t>提供监听某个事件的接口</a:t>
            </a:r>
          </a:p>
          <a:p>
            <a:pPr marL="629708" indent="-629708">
              <a:lnSpc>
                <a:spcPct val="150000"/>
              </a:lnSpc>
              <a:buSzPct val="100000"/>
              <a:buAutoNum type="arabicPeriod" startAt="1"/>
              <a:defRPr sz="3400"/>
            </a:pPr>
            <a:r>
              <a:t>提供取消监听的接口</a:t>
            </a:r>
          </a:p>
          <a:p>
            <a:pPr marL="629708" indent="-629708">
              <a:lnSpc>
                <a:spcPct val="150000"/>
              </a:lnSpc>
              <a:buSzPct val="100000"/>
              <a:buAutoNum type="arabicPeriod" startAt="1"/>
              <a:defRPr sz="3400"/>
            </a:pPr>
            <a:r>
              <a:t>触发事件的接口（可传递数据）</a:t>
            </a:r>
          </a:p>
          <a:p>
            <a:pPr marL="629708" indent="-629708">
              <a:lnSpc>
                <a:spcPct val="150000"/>
              </a:lnSpc>
              <a:buSzPct val="100000"/>
              <a:buAutoNum type="arabicPeriod" startAt="1"/>
              <a:defRPr sz="3400"/>
            </a:pPr>
            <a:r>
              <a:t>触发事件后会自动通知监听者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Word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9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hueOff val="-1247790"/>
            <a:lumOff val="-12326"/>
          </a:schemeClr>
        </a:solidFill>
        <a:ln>
          <a:noFill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7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hueOff val="-1247790"/>
            <a:lumOff val="-12326"/>
          </a:schemeClr>
        </a:solidFill>
        <a:ln>
          <a:noFill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7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